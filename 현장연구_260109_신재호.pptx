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6"/>
  </p:notesMasterIdLst>
  <p:sldIdLst>
    <p:sldId id="256" r:id="rId2"/>
    <p:sldId id="459" r:id="rId3"/>
    <p:sldId id="458" r:id="rId4"/>
    <p:sldId id="451" r:id="rId5"/>
    <p:sldId id="453" r:id="rId6"/>
    <p:sldId id="454" r:id="rId7"/>
    <p:sldId id="452" r:id="rId8"/>
    <p:sldId id="457" r:id="rId9"/>
    <p:sldId id="456" r:id="rId10"/>
    <p:sldId id="460" r:id="rId11"/>
    <p:sldId id="461" r:id="rId12"/>
    <p:sldId id="462" r:id="rId13"/>
    <p:sldId id="463" r:id="rId14"/>
    <p:sldId id="34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AD9"/>
    <a:srgbClr val="EF4030"/>
    <a:srgbClr val="FFFFFF"/>
    <a:srgbClr val="A7A9AC"/>
    <a:srgbClr val="22A7DE"/>
    <a:srgbClr val="FFF4E5"/>
    <a:srgbClr val="FFE4BD"/>
    <a:srgbClr val="FFC979"/>
    <a:srgbClr val="FFB13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5" autoAdjust="0"/>
    <p:restoredTop sz="79934" autoAdjust="0"/>
  </p:normalViewPr>
  <p:slideViewPr>
    <p:cSldViewPr snapToGrid="0">
      <p:cViewPr varScale="1">
        <p:scale>
          <a:sx n="115" d="100"/>
          <a:sy n="115" d="100"/>
        </p:scale>
        <p:origin x="5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71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36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97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04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93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0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12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5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9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71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57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9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2026-01-09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pang.com/vp/products/8734972298?itemId=25384413636&amp;vendorItemId=92378293592&amp;sourceType=srp_product_ads&amp;clickEventId=43b18d70-eb61-11f0-9a84-23c6890a99f3&amp;korePlacement=15&amp;koreSubPlacement=1&amp;clickEventId=43b18d70-eb61-11f0-9a84-23c6890a99f3&amp;korePlacement=15&amp;koreSubPlacement=1&amp;traceId=mk3aj6v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pang.com/vp/products/9071655377?itemId=26641862936&amp;vendorItemId=91499393494&amp;q=%ED%95%98%EC%A4%91%EC%A7%80%EC%A7%80%EB%8C%80&amp;searchId=808c6760920155&amp;sourceType=search&amp;itemsCount=36&amp;searchRank=30&amp;rank=30&amp;traceId=mk3bqb0q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vention.io/designs/franka-robots-module-65227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lerobot/visualize_dataset?path=%2Flerobot%2Fdroid_100%2Fepisode_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2026-01-07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Shin 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setup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episode_000661">
            <a:hlinkClick r:id="" action="ppaction://media"/>
            <a:extLst>
              <a:ext uri="{FF2B5EF4-FFF2-40B4-BE49-F238E27FC236}">
                <a16:creationId xmlns:a16="http://schemas.microsoft.com/office/drawing/2014/main" id="{280937C7-DD46-8274-BA2C-CC0724E91D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3005" y="2299667"/>
            <a:ext cx="3933494" cy="2950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0B9B4E-DA7E-806E-FC3C-8EE6722C07F0}"/>
              </a:ext>
            </a:extLst>
          </p:cNvPr>
          <p:cNvSpPr txBox="1"/>
          <p:nvPr/>
        </p:nvSpPr>
        <p:spPr>
          <a:xfrm>
            <a:off x="4365018" y="2299667"/>
            <a:ext cx="4405977" cy="823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Induction,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table, pot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색이 비슷함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Sub-task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구현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6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1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CoTap server backup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309595" y="1292550"/>
            <a:ext cx="8454395" cy="1077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GTMAN/work/2025_cotap_server_back_up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업로드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/datasets: 1478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 최종 데이터셋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/lerobot_sjh: lerobot version 031 (unitree lerobot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호환 버전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/lerobot_250901_dot: lerobot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(dot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포함 버전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구버전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774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21D1103-5EE4-89A5-8935-72A6D27D1919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setup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309595" y="1561720"/>
            <a:ext cx="8454395" cy="387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setting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table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및 컴퓨터 이사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신재호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한솔태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위치고정 및 세팅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신재호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한솔태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table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흔들리는 경우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보호모드에 자주 빠짐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table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하중 지지봉 보강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신재호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한솔태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전용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구매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ko-KR" altLang="en-US" sz="1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비용 및 시간 문제있음</a:t>
            </a:r>
            <a:endParaRPr lang="en-US" altLang="ko-KR" sz="11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배치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신재호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한솔태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dataset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구분이 모호한 것 수정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신재호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한솔태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Pen, marker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같은 범주로 묶어도 될 것 같음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 재수집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한솔태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버전 수정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신재호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 version 0.4.2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update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코드 수정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추론확인 및 평가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신재호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한솔태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task(act) &gt;&gt; multi task(pi0)</a:t>
            </a:r>
          </a:p>
        </p:txBody>
      </p:sp>
    </p:spTree>
    <p:extLst>
      <p:ext uri="{BB962C8B-B14F-4D97-AF65-F5344CB8AC3E}">
        <p14:creationId xmlns:p14="http://schemas.microsoft.com/office/powerpoint/2010/main" val="238871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21D1103-5EE4-89A5-8935-72A6D27D1919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</a:t>
            </a:r>
            <a:r>
              <a:rPr lang="ko-KR" altLang="en-US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지지봉</a:t>
            </a:r>
            <a:endParaRPr lang="en-US" altLang="ko-KR" sz="1200" b="1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3ED00-C861-F666-1FA7-2B3C2583FC46}"/>
              </a:ext>
            </a:extLst>
          </p:cNvPr>
          <p:cNvSpPr txBox="1"/>
          <p:nvPr/>
        </p:nvSpPr>
        <p:spPr>
          <a:xfrm>
            <a:off x="502047" y="5748202"/>
            <a:ext cx="8132029" cy="31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https://www.coupang.com/vp/products/BUZOO</a:t>
            </a:r>
            <a:endParaRPr lang="en-US" altLang="ko-KR" sz="110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713CEF9-11F0-ED85-DDF2-23538B684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28" y="1625404"/>
            <a:ext cx="7224666" cy="413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7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21D1103-5EE4-89A5-8935-72A6D27D1919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</a:t>
            </a:r>
            <a:r>
              <a:rPr lang="ko-KR" altLang="en-US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지지봉</a:t>
            </a:r>
            <a:endParaRPr lang="en-US" altLang="ko-KR" sz="1200" b="1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3ED00-C861-F666-1FA7-2B3C2583FC46}"/>
              </a:ext>
            </a:extLst>
          </p:cNvPr>
          <p:cNvSpPr txBox="1"/>
          <p:nvPr/>
        </p:nvSpPr>
        <p:spPr>
          <a:xfrm>
            <a:off x="513674" y="5537611"/>
            <a:ext cx="8132029" cy="31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https://www.coupang.com/vp/products/iberanda</a:t>
            </a:r>
            <a:endParaRPr lang="en-US" altLang="ko-KR" sz="110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EAFEF6-E613-0832-0DD9-D5B7E7474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50" y="1650148"/>
            <a:ext cx="7822358" cy="394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9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21D1103-5EE4-89A5-8935-72A6D27D1919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</a:t>
            </a:r>
            <a:r>
              <a:rPr lang="ko-KR" altLang="en-US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전용 </a:t>
            </a:r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station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3F22FC-2D30-835D-3C7B-DA90D813F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48" y="2053970"/>
            <a:ext cx="8132028" cy="34415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63ED00-C861-F666-1FA7-2B3C2583FC46}"/>
              </a:ext>
            </a:extLst>
          </p:cNvPr>
          <p:cNvSpPr txBox="1"/>
          <p:nvPr/>
        </p:nvSpPr>
        <p:spPr>
          <a:xfrm>
            <a:off x="513674" y="5537611"/>
            <a:ext cx="8132029" cy="31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https://vention.io/designs/franka-robots-module-65227</a:t>
            </a:r>
            <a:endParaRPr lang="en-US" altLang="ko-KR" sz="110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57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21D1103-5EE4-89A5-8935-72A6D27D1919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Camera</a:t>
            </a:r>
            <a:r>
              <a:rPr lang="ko-KR" altLang="en-US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배치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309595" y="1561720"/>
            <a:ext cx="8454395" cy="234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https://huggingface.co/spaces/lerobot/visualize_dataset?path=%2Flerobot%2Fdroid_100%2Fepisode_0</a:t>
            </a:r>
            <a:endParaRPr lang="en-US" altLang="ko-KR" sz="110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4074A8-6894-1294-0BC9-306313649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03" y="1941347"/>
            <a:ext cx="8148118" cy="152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27DF36-2873-E901-ED20-743236899A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83"/>
          <a:stretch/>
        </p:blipFill>
        <p:spPr bwMode="auto">
          <a:xfrm>
            <a:off x="344059" y="4036142"/>
            <a:ext cx="2846632" cy="212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644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setup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21D1103-5EE4-89A5-8935-72A6D27D1919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Replay plan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4165909" y="1561720"/>
            <a:ext cx="4598081" cy="310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데이터 수집 시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distractor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추가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수정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과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비슷한 형상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 pen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통합 또는 다른객체 사용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Distractor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행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추가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(different color…)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category (other object)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(bowl, box, sunglass …)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전부 기록하여 사용할수는 없으므로 추가 유무와 개수로 관리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 up (50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&gt;&gt;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카메라 적절성 확인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&gt;&gt; open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순으로 재수집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9EE968-07CA-0310-FC36-E39599F09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76" y="1478485"/>
            <a:ext cx="3646516" cy="46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2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309595" y="1306009"/>
            <a:ext cx="8453405" cy="4632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년도 수행 작업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모델 문헌 조사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논문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일부 모델 코드 분석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 수집 파이프라인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Imitation learning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파이프라인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Simulation: libero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Kinematics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 / Low-level control / rl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One Demo is Worth a Thousand Trajectories (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궤적 생성 기반 연구는 키네마틱스와 동역학 관련 수강이 필요함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초기 계획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(2026.03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전까지 완료 목표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topic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은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개선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VLA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모델 개발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VLM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기반 평가 자동화 위주의 문헌 조사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주제는 모델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평가 중심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robot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연습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robot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최적화 및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kinematics study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strike="sngStrike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kiwi_101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strike="sngStrike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 </a:t>
            </a:r>
            <a:r>
              <a:rPr lang="ko-KR" altLang="en-US" sz="1100" strike="sngStrike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연습</a:t>
            </a:r>
            <a:endParaRPr lang="en-US" altLang="ko-KR" sz="1100" strike="sngStrike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년 중기 계획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주제 구체화 및 환경 세팅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36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2912CFC-9CA0-E6F1-E524-4DE664521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231" y="2397086"/>
            <a:ext cx="2779396" cy="27138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508D6E-F0F6-88F8-9FE8-FD72C62EF3E1}"/>
              </a:ext>
            </a:extLst>
          </p:cNvPr>
          <p:cNvSpPr txBox="1"/>
          <p:nvPr/>
        </p:nvSpPr>
        <p:spPr>
          <a:xfrm>
            <a:off x="1707943" y="2035356"/>
            <a:ext cx="5720238" cy="31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 Robot: Open-Ended Instruction Following with Hierarchical Vision-Language-Action Models</a:t>
            </a:r>
          </a:p>
        </p:txBody>
      </p:sp>
    </p:spTree>
    <p:extLst>
      <p:ext uri="{BB962C8B-B14F-4D97-AF65-F5344CB8AC3E}">
        <p14:creationId xmlns:p14="http://schemas.microsoft.com/office/powerpoint/2010/main" val="380323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4D7182-87B2-6E15-7E7A-B670C369F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54" y="1948146"/>
            <a:ext cx="4535490" cy="39532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E48A6F-3904-6573-FBE7-4605B556EF95}"/>
              </a:ext>
            </a:extLst>
          </p:cNvPr>
          <p:cNvSpPr txBox="1"/>
          <p:nvPr/>
        </p:nvSpPr>
        <p:spPr>
          <a:xfrm>
            <a:off x="1982040" y="1632290"/>
            <a:ext cx="5172043" cy="31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FT-NCFM: An Influence-Aware Data Distillation Framework for Efficient VLA Models</a:t>
            </a:r>
          </a:p>
        </p:txBody>
      </p:sp>
    </p:spTree>
    <p:extLst>
      <p:ext uri="{BB962C8B-B14F-4D97-AF65-F5344CB8AC3E}">
        <p14:creationId xmlns:p14="http://schemas.microsoft.com/office/powerpoint/2010/main" val="163173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C64CAC-FE86-97F3-8BE3-2D9E00689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88" y="2351212"/>
            <a:ext cx="3024608" cy="2252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508D6E-F0F6-88F8-9FE8-FD72C62EF3E1}"/>
              </a:ext>
            </a:extLst>
          </p:cNvPr>
          <p:cNvSpPr txBox="1"/>
          <p:nvPr/>
        </p:nvSpPr>
        <p:spPr>
          <a:xfrm>
            <a:off x="1383090" y="2035356"/>
            <a:ext cx="6696115" cy="31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OmniManip: Towards General Robotic Manipulation via Object-CentricInteraction Primitives as Spatial Constraints</a:t>
            </a:r>
          </a:p>
        </p:txBody>
      </p:sp>
    </p:spTree>
    <p:extLst>
      <p:ext uri="{BB962C8B-B14F-4D97-AF65-F5344CB8AC3E}">
        <p14:creationId xmlns:p14="http://schemas.microsoft.com/office/powerpoint/2010/main" val="4110373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14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9323</TotalTime>
  <Words>531</Words>
  <Application>Microsoft Office PowerPoint</Application>
  <PresentationFormat>화면 슬라이드 쇼(4:3)</PresentationFormat>
  <Paragraphs>110</Paragraphs>
  <Slides>14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880</cp:revision>
  <dcterms:created xsi:type="dcterms:W3CDTF">2023-11-18T11:43:47Z</dcterms:created>
  <dcterms:modified xsi:type="dcterms:W3CDTF">2026-01-09T01:59:37Z</dcterms:modified>
</cp:coreProperties>
</file>