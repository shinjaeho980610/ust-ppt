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3"/>
  </p:notesMasterIdLst>
  <p:sldIdLst>
    <p:sldId id="256" r:id="rId2"/>
    <p:sldId id="418" r:id="rId3"/>
    <p:sldId id="536" r:id="rId4"/>
    <p:sldId id="551" r:id="rId5"/>
    <p:sldId id="552" r:id="rId6"/>
    <p:sldId id="553" r:id="rId7"/>
    <p:sldId id="543" r:id="rId8"/>
    <p:sldId id="544" r:id="rId9"/>
    <p:sldId id="547" r:id="rId10"/>
    <p:sldId id="550" r:id="rId11"/>
    <p:sldId id="34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030"/>
    <a:srgbClr val="029AD9"/>
    <a:srgbClr val="FFFFFF"/>
    <a:srgbClr val="A7A9AC"/>
    <a:srgbClr val="22A7DE"/>
    <a:srgbClr val="FFF4E5"/>
    <a:srgbClr val="FFE4BD"/>
    <a:srgbClr val="FFC979"/>
    <a:srgbClr val="FFB13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03" autoAdjust="0"/>
    <p:restoredTop sz="97135" autoAdjust="0"/>
  </p:normalViewPr>
  <p:slideViewPr>
    <p:cSldViewPr snapToGrid="0">
      <p:cViewPr varScale="1">
        <p:scale>
          <a:sx n="84" d="100"/>
          <a:sy n="84" d="100"/>
        </p:scale>
        <p:origin x="1557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AC964-12A1-4980-831F-9251541E5CA8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2670E-6FAD-4C48-8ED4-BDC5F72495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58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49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04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43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83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35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1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95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039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710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966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878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78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677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528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181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9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370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843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51AA8-D1F0-4A16-98F3-EB1CFB4F708D}" type="datetimeFigureOut">
              <a:rPr lang="ko-KR" altLang="en-US" smtClean="0"/>
              <a:t>2026-04-30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68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EC5B4C1-AC69-CF2F-24FB-F2522DA3CF33}"/>
              </a:ext>
            </a:extLst>
          </p:cNvPr>
          <p:cNvCxnSpPr/>
          <p:nvPr/>
        </p:nvCxnSpPr>
        <p:spPr>
          <a:xfrm>
            <a:off x="683568" y="3140968"/>
            <a:ext cx="7560840" cy="0"/>
          </a:xfrm>
          <a:prstGeom prst="line">
            <a:avLst/>
          </a:prstGeom>
          <a:ln w="28575">
            <a:solidFill>
              <a:srgbClr val="029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A0FB907-6EFE-2FC6-CF17-6A142B10B76F}"/>
              </a:ext>
            </a:extLst>
          </p:cNvPr>
          <p:cNvSpPr txBox="1"/>
          <p:nvPr/>
        </p:nvSpPr>
        <p:spPr>
          <a:xfrm>
            <a:off x="7104961" y="3256228"/>
            <a:ext cx="1143262" cy="786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2026-04-30</a:t>
            </a:r>
          </a:p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JaeHo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B1282A7B-A968-4BD5-87DF-0C6BECC7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</a:t>
            </a:fld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BA3CE3-882C-4163-9532-DEB9C421444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102C54-B464-40BF-AD57-A94FDC2AE3C8}"/>
              </a:ext>
            </a:extLst>
          </p:cNvPr>
          <p:cNvSpPr txBox="1"/>
          <p:nvPr/>
        </p:nvSpPr>
        <p:spPr>
          <a:xfrm>
            <a:off x="683567" y="2532622"/>
            <a:ext cx="7416091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현장연구</a:t>
            </a:r>
            <a:endParaRPr lang="en-US" altLang="ko-KR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23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332788" y="3167390"/>
            <a:ext cx="24705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Config Dataset</a:t>
            </a:r>
            <a:endParaRPr lang="ko-KR" altLang="en-US" sz="28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2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89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Config dataset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Config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715A8-E460-692E-5A53-61AC15D7DD74}"/>
              </a:ext>
            </a:extLst>
          </p:cNvPr>
          <p:cNvSpPr txBox="1"/>
          <p:nvPr/>
        </p:nvSpPr>
        <p:spPr>
          <a:xfrm>
            <a:off x="309595" y="1522138"/>
            <a:ext cx="8454395" cy="4110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 7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까지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26,147 episodes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시간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 8 dataset 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lerobot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변환 중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7,217 episodes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시간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추출 후 기존 데이터셋과 병합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현재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6000 pro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서버에서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추출 중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최종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 dataset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33,364episodes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시간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434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Config dataset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Config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715A8-E460-692E-5A53-61AC15D7DD74}"/>
              </a:ext>
            </a:extLst>
          </p:cNvPr>
          <p:cNvSpPr txBox="1"/>
          <p:nvPr/>
        </p:nvSpPr>
        <p:spPr>
          <a:xfrm>
            <a:off x="309595" y="1522138"/>
            <a:ext cx="8454395" cy="263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현재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은 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parquet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병합되어 있음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Hz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단위로 추출된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라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다른 조합 실험이 불가능함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제외한 데이터셋 생성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현재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dataset-edit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에서도 사용중인 버전에 버그가 있어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최신 수정본으로 변경 중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객체의 위치나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핸드 모션이 포함되어 있음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</a:t>
            </a:r>
            <a:r>
              <a:rPr lang="ko-KR" altLang="en-US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간단화한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버전의 데이터셋 생성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task.parquet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대응되는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만 변경하면 되어 바로 실험가능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10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5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Use plan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Config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715A8-E460-692E-5A53-61AC15D7DD74}"/>
              </a:ext>
            </a:extLst>
          </p:cNvPr>
          <p:cNvSpPr txBox="1"/>
          <p:nvPr/>
        </p:nvSpPr>
        <p:spPr>
          <a:xfrm>
            <a:off x="309595" y="1522138"/>
            <a:ext cx="8454395" cy="3741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데이터셋 완성 후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 process act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변형 모델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g1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데이터로 튜닝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현재는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dpact_dinov3_unfreeze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계획 중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flow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변형 모델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g1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데이터로 튜닝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일부 학습시키는 모델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출력을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system1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cross-attention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으로 받도록 설계하여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외부 데이터셋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pretrain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가능하도록 구성하였음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외부 데이터셋으로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multi-dataset pretrain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이후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config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데이터로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 tuning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Groot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모델 학습 후 평가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(long text vs short text)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현재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g1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모델 중 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sota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인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psi0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튜닝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609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6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Others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AE1D402-0457-3EF3-6F32-182A9FEAA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9" y="1552982"/>
            <a:ext cx="3124200" cy="31623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18D1B90-D29E-030D-7BD2-F465D0B20C47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Config Dataset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FE449A-8FA8-DE66-82B9-0A18687533DD}"/>
              </a:ext>
            </a:extLst>
          </p:cNvPr>
          <p:cNvSpPr txBox="1"/>
          <p:nvPr/>
        </p:nvSpPr>
        <p:spPr>
          <a:xfrm>
            <a:off x="309595" y="4770811"/>
            <a:ext cx="8454395" cy="152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Brainco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hand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손가락 일부의 고무가 찢어짐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골무 사용 필요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Wrist cam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여분 부품 출력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Infernce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guide line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작성 중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694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796857" y="3167390"/>
            <a:ext cx="1542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  <a:endParaRPr lang="ko-KR" altLang="en-US" sz="28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7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277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8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Plan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715A8-E460-692E-5A53-61AC15D7DD74}"/>
              </a:ext>
            </a:extLst>
          </p:cNvPr>
          <p:cNvSpPr txBox="1"/>
          <p:nvPr/>
        </p:nvSpPr>
        <p:spPr>
          <a:xfrm>
            <a:off x="309595" y="1522138"/>
            <a:ext cx="8454395" cy="3372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일부를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trainable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하게 병합 ✅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 latent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아닌 전체 출력을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learnable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토큰과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cross-attention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시켜 정보 압축 후 사용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duocore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fs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 token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방식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메모리 부족으로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paligemma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4B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적용 ✅ 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Groot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와 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smolvla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처럼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 layer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추출 고려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System1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현재 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cvae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기반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matching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기반으로 변경 ✅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 ensemble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구조는 유지 ✅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41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9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result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DP-VLA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EFD76BC-5533-30DE-4424-5EE36E466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37" y="2841868"/>
            <a:ext cx="7718650" cy="186571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4833AAB-3BCA-3B21-EC74-E9FC917249BB}"/>
              </a:ext>
            </a:extLst>
          </p:cNvPr>
          <p:cNvSpPr/>
          <p:nvPr/>
        </p:nvSpPr>
        <p:spPr>
          <a:xfrm>
            <a:off x="6741570" y="3294112"/>
            <a:ext cx="834887" cy="1357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982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10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Others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6345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Others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715A8-E460-692E-5A53-61AC15D7DD74}"/>
              </a:ext>
            </a:extLst>
          </p:cNvPr>
          <p:cNvSpPr txBox="1"/>
          <p:nvPr/>
        </p:nvSpPr>
        <p:spPr>
          <a:xfrm>
            <a:off x="309595" y="5105909"/>
            <a:ext cx="8454395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가이드라인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바뀐 내용 추가 수정 중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Unitree </a:t>
            </a:r>
            <a:r>
              <a:rPr lang="en-US" altLang="ko-KR" sz="1600" dirty="0" err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최근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edit-dataset 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기능이 추가되었음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ko-KR" altLang="en-US" sz="1600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수집 시 사용 가능</a:t>
            </a:r>
            <a:endParaRPr lang="en-US" altLang="ko-KR" sz="1600" dirty="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DDEDE7E-2759-CFB5-70CA-AF5D08746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345" y="1701623"/>
            <a:ext cx="4407294" cy="3244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284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270491" y="3075057"/>
            <a:ext cx="2603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Thank You</a:t>
            </a:r>
            <a:endParaRPr lang="ko-KR" altLang="en-US" sz="40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11</a:t>
            </a:fld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8822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10880</TotalTime>
  <Words>336</Words>
  <Application>Microsoft Office PowerPoint</Application>
  <PresentationFormat>화면 슬라이드 쇼(4:3)</PresentationFormat>
  <Paragraphs>80</Paragraphs>
  <Slides>11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Calibri Light</vt:lpstr>
      <vt:lpstr>Arial</vt:lpstr>
      <vt:lpstr>Calibri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sung don</dc:creator>
  <cp:lastModifiedBy>재호 신</cp:lastModifiedBy>
  <cp:revision>1092</cp:revision>
  <dcterms:created xsi:type="dcterms:W3CDTF">2023-11-18T11:43:47Z</dcterms:created>
  <dcterms:modified xsi:type="dcterms:W3CDTF">2026-04-30T05:30:13Z</dcterms:modified>
</cp:coreProperties>
</file>