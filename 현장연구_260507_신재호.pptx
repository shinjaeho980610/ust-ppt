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15"/>
  </p:notesMasterIdLst>
  <p:sldIdLst>
    <p:sldId id="256" r:id="rId2"/>
    <p:sldId id="418" r:id="rId3"/>
    <p:sldId id="536" r:id="rId4"/>
    <p:sldId id="545" r:id="rId5"/>
    <p:sldId id="550" r:id="rId6"/>
    <p:sldId id="549" r:id="rId7"/>
    <p:sldId id="547" r:id="rId8"/>
    <p:sldId id="551" r:id="rId9"/>
    <p:sldId id="548" r:id="rId10"/>
    <p:sldId id="546" r:id="rId11"/>
    <p:sldId id="543" r:id="rId12"/>
    <p:sldId id="544" r:id="rId13"/>
    <p:sldId id="34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4030"/>
    <a:srgbClr val="029AD9"/>
    <a:srgbClr val="FFFFFF"/>
    <a:srgbClr val="A7A9AC"/>
    <a:srgbClr val="22A7DE"/>
    <a:srgbClr val="FFF4E5"/>
    <a:srgbClr val="FFE4BD"/>
    <a:srgbClr val="FFC979"/>
    <a:srgbClr val="FFB13F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03" autoAdjust="0"/>
    <p:restoredTop sz="97135" autoAdjust="0"/>
  </p:normalViewPr>
  <p:slideViewPr>
    <p:cSldViewPr snapToGrid="0">
      <p:cViewPr varScale="1">
        <p:scale>
          <a:sx n="84" d="100"/>
          <a:sy n="84" d="100"/>
        </p:scale>
        <p:origin x="1557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FAC964-12A1-4980-831F-9251541E5CA8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02670E-6FAD-4C48-8ED4-BDC5F72495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58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8496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019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4370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4406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7721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252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7506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35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2026-05-08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0396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2026-05-08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7107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2026-05-08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8966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2026-05-08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8781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2026-05-08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0788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2026-05-08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6770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2026-05-08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5289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2026-05-08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1810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2026-05-08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799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2026-05-08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3706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2026-05-08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8438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51AA8-D1F0-4A16-98F3-EB1CFB4F708D}" type="datetimeFigureOut">
              <a:rPr lang="ko-KR" altLang="en-US" smtClean="0"/>
              <a:t>2026-05-08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8684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EC5B4C1-AC69-CF2F-24FB-F2522DA3CF33}"/>
              </a:ext>
            </a:extLst>
          </p:cNvPr>
          <p:cNvCxnSpPr/>
          <p:nvPr/>
        </p:nvCxnSpPr>
        <p:spPr>
          <a:xfrm>
            <a:off x="683568" y="3140968"/>
            <a:ext cx="7560840" cy="0"/>
          </a:xfrm>
          <a:prstGeom prst="line">
            <a:avLst/>
          </a:prstGeom>
          <a:ln w="28575">
            <a:solidFill>
              <a:srgbClr val="029A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A0FB907-6EFE-2FC6-CF17-6A142B10B76F}"/>
              </a:ext>
            </a:extLst>
          </p:cNvPr>
          <p:cNvSpPr txBox="1"/>
          <p:nvPr/>
        </p:nvSpPr>
        <p:spPr>
          <a:xfrm>
            <a:off x="7104961" y="3256228"/>
            <a:ext cx="1143262" cy="7867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2026-05-07</a:t>
            </a:r>
          </a:p>
          <a:p>
            <a:pPr algn="ctr">
              <a:lnSpc>
                <a:spcPct val="150000"/>
              </a:lnSpc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Shin 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JaeHo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1">
            <a:extLst>
              <a:ext uri="{FF2B5EF4-FFF2-40B4-BE49-F238E27FC236}">
                <a16:creationId xmlns:a16="http://schemas.microsoft.com/office/drawing/2014/main" id="{B1282A7B-A968-4BD5-87DF-0C6BECC73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8B6F078-8E08-4C34-A9F6-B27104B5D948}" type="slidenum">
              <a:rPr lang="ko-KR" altLang="en-US" sz="1400" smtClean="0"/>
              <a:t>1</a:t>
            </a:fld>
            <a:endParaRPr lang="ko-KR" altLang="en-US" sz="14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8BA3CE3-882C-4163-9532-DEB9C4214442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102C54-B464-40BF-AD57-A94FDC2AE3C8}"/>
              </a:ext>
            </a:extLst>
          </p:cNvPr>
          <p:cNvSpPr txBox="1"/>
          <p:nvPr/>
        </p:nvSpPr>
        <p:spPr>
          <a:xfrm>
            <a:off x="683567" y="2532622"/>
            <a:ext cx="7416091" cy="579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현장연구</a:t>
            </a:r>
            <a:endParaRPr lang="en-US" altLang="ko-KR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235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8388424" y="6353079"/>
            <a:ext cx="288032" cy="394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3897045" y="3167390"/>
            <a:ext cx="13420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Dataset</a:t>
            </a:r>
            <a:endParaRPr lang="ko-KR" altLang="en-US" sz="28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BF2493E0-7484-4191-B25A-2BA9D146D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8B6F078-8E08-4C34-A9F6-B27104B5D948}" type="slidenum">
              <a:rPr lang="ko-KR" altLang="en-US" sz="1400" smtClean="0"/>
              <a:t>2</a:t>
            </a:fld>
            <a:endParaRPr lang="ko-KR" altLang="en-US" sz="140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692D70B-3201-4151-AA3E-05521430B432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4891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3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최종 데이터셋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6345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Dataset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3715A8-E460-692E-5A53-61AC15D7DD74}"/>
              </a:ext>
            </a:extLst>
          </p:cNvPr>
          <p:cNvSpPr txBox="1"/>
          <p:nvPr/>
        </p:nvSpPr>
        <p:spPr>
          <a:xfrm>
            <a:off x="309595" y="1522138"/>
            <a:ext cx="8454395" cy="3371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자체 데이터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1485 episodes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11.42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시간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용량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33.5gb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Zip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파일로 압축하여 지드라이브 공유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최종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 dataset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33,364episodes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152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시간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용량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약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500gb</a:t>
            </a:r>
          </a:p>
        </p:txBody>
      </p:sp>
    </p:spTree>
    <p:extLst>
      <p:ext uri="{BB962C8B-B14F-4D97-AF65-F5344CB8AC3E}">
        <p14:creationId xmlns:p14="http://schemas.microsoft.com/office/powerpoint/2010/main" val="3527434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8388424" y="6353079"/>
            <a:ext cx="288032" cy="394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3796857" y="3167390"/>
            <a:ext cx="15424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DP-VLA</a:t>
            </a:r>
            <a:endParaRPr lang="ko-KR" altLang="en-US" sz="28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BF2493E0-7484-4191-B25A-2BA9D146D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8B6F078-8E08-4C34-A9F6-B27104B5D948}" type="slidenum">
              <a:rPr lang="ko-KR" altLang="en-US" sz="1400" smtClean="0"/>
              <a:t>4</a:t>
            </a:fld>
            <a:endParaRPr lang="ko-KR" altLang="en-US" sz="140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692D70B-3201-4151-AA3E-05521430B432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2275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5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DP-VLA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6345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DP-VLA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3715A8-E460-692E-5A53-61AC15D7DD74}"/>
              </a:ext>
            </a:extLst>
          </p:cNvPr>
          <p:cNvSpPr txBox="1"/>
          <p:nvPr/>
        </p:nvSpPr>
        <p:spPr>
          <a:xfrm>
            <a:off x="309595" y="1522138"/>
            <a:ext cx="8454395" cy="1894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최종 데이터셋 학습 모델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6000 pro server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Dpact_dinov3_unfreeze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System2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를 연 경우 성능이 높지 않아 원인 분석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(libero)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Gr00t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외 다른 모델들의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system2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와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system1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연결 방식 조사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8402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6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pi0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6345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DP-VLA</a:t>
            </a:r>
          </a:p>
        </p:txBody>
      </p:sp>
      <p:pic>
        <p:nvPicPr>
          <p:cNvPr id="4098" name="Picture 2" descr="Understanding pi0 by Physical Intelligence: A Vision-Language-Action Flow  Model for General Robot Control">
            <a:extLst>
              <a:ext uri="{FF2B5EF4-FFF2-40B4-BE49-F238E27FC236}">
                <a16:creationId xmlns:a16="http://schemas.microsoft.com/office/drawing/2014/main" id="{19027376-402D-5460-45EA-2AF065716D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77" y="2789570"/>
            <a:ext cx="7508304" cy="2170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7BFA1498-36B8-9269-9BB4-93A3412AC65D}"/>
              </a:ext>
            </a:extLst>
          </p:cNvPr>
          <p:cNvSpPr/>
          <p:nvPr/>
        </p:nvSpPr>
        <p:spPr>
          <a:xfrm flipV="1">
            <a:off x="2339752" y="4075066"/>
            <a:ext cx="3089853" cy="41742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0CF4FE-0F12-E38E-CABC-2373BB5F3BA8}"/>
              </a:ext>
            </a:extLst>
          </p:cNvPr>
          <p:cNvSpPr txBox="1"/>
          <p:nvPr/>
        </p:nvSpPr>
        <p:spPr>
          <a:xfrm>
            <a:off x="3285356" y="4751229"/>
            <a:ext cx="1796214" cy="417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forward caching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52A4D75-50D3-F82E-C40F-215F49B10F14}"/>
              </a:ext>
            </a:extLst>
          </p:cNvPr>
          <p:cNvSpPr/>
          <p:nvPr/>
        </p:nvSpPr>
        <p:spPr>
          <a:xfrm flipV="1">
            <a:off x="2339751" y="3319562"/>
            <a:ext cx="4447255" cy="75550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A2B9FB-92DE-8577-958D-8A12C30F4C18}"/>
              </a:ext>
            </a:extLst>
          </p:cNvPr>
          <p:cNvSpPr txBox="1"/>
          <p:nvPr/>
        </p:nvSpPr>
        <p:spPr>
          <a:xfrm>
            <a:off x="2268112" y="2845855"/>
            <a:ext cx="3746481" cy="417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 err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Concat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 layer wise masked self attention</a:t>
            </a:r>
          </a:p>
        </p:txBody>
      </p:sp>
    </p:spTree>
    <p:extLst>
      <p:ext uri="{BB962C8B-B14F-4D97-AF65-F5344CB8AC3E}">
        <p14:creationId xmlns:p14="http://schemas.microsoft.com/office/powerpoint/2010/main" val="1246038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7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 err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SmolVLA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6345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DP-VLA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9EF55F0-89AA-A024-B632-6C0562A79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5792" y="2174515"/>
            <a:ext cx="5524540" cy="3200423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A57A5E1D-ACA2-89D5-0D4F-D1DEC343F602}"/>
              </a:ext>
            </a:extLst>
          </p:cNvPr>
          <p:cNvSpPr/>
          <p:nvPr/>
        </p:nvSpPr>
        <p:spPr>
          <a:xfrm>
            <a:off x="2652022" y="3987011"/>
            <a:ext cx="3805928" cy="97774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1CC115-F695-53C4-DE7F-7BA3CE0968E8}"/>
              </a:ext>
            </a:extLst>
          </p:cNvPr>
          <p:cNvSpPr txBox="1"/>
          <p:nvPr/>
        </p:nvSpPr>
        <p:spPr>
          <a:xfrm>
            <a:off x="6526104" y="4210850"/>
            <a:ext cx="1796214" cy="417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modality </a:t>
            </a:r>
            <a:r>
              <a:rPr lang="en-US" altLang="ko-KR" sz="1600" dirty="0" err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concat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5496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8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psi0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6345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DP-VLA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D8668D3-0D52-073F-1F90-34E64E282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95" y="1854356"/>
            <a:ext cx="8413540" cy="2378004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9538E4B-E82E-966E-5E95-683ABC4818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2643" y="4339901"/>
            <a:ext cx="3114698" cy="1838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496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9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gr00t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6345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DP-VLA</a:t>
            </a:r>
          </a:p>
        </p:txBody>
      </p:sp>
      <p:pic>
        <p:nvPicPr>
          <p:cNvPr id="2052" name="Picture 4" descr="NVIDIA Isaac GR00T N1 모델 개요">
            <a:extLst>
              <a:ext uri="{FF2B5EF4-FFF2-40B4-BE49-F238E27FC236}">
                <a16:creationId xmlns:a16="http://schemas.microsoft.com/office/drawing/2014/main" id="{C7B84E60-D08D-3947-3048-1D6304D2CF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891064"/>
            <a:ext cx="7886700" cy="4111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C15319BC-0F19-B6E5-6BAB-DB1D522967E3}"/>
              </a:ext>
            </a:extLst>
          </p:cNvPr>
          <p:cNvSpPr/>
          <p:nvPr/>
        </p:nvSpPr>
        <p:spPr>
          <a:xfrm>
            <a:off x="5219463" y="1993506"/>
            <a:ext cx="1908313" cy="19083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CEA7D0-8C15-739E-A498-5F6F494325FC}"/>
              </a:ext>
            </a:extLst>
          </p:cNvPr>
          <p:cNvSpPr txBox="1"/>
          <p:nvPr/>
        </p:nvSpPr>
        <p:spPr>
          <a:xfrm>
            <a:off x="7127776" y="2795746"/>
            <a:ext cx="1433017" cy="417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 attention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2BEFA6B-4DFB-1F7C-9CA4-F1EF53F60F1F}"/>
              </a:ext>
            </a:extLst>
          </p:cNvPr>
          <p:cNvSpPr/>
          <p:nvPr/>
        </p:nvSpPr>
        <p:spPr>
          <a:xfrm>
            <a:off x="3569095" y="2028528"/>
            <a:ext cx="843880" cy="22651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F35FC5-F569-C76D-457A-7F9A3E96F477}"/>
              </a:ext>
            </a:extLst>
          </p:cNvPr>
          <p:cNvSpPr txBox="1"/>
          <p:nvPr/>
        </p:nvSpPr>
        <p:spPr>
          <a:xfrm>
            <a:off x="3419872" y="1536866"/>
            <a:ext cx="1433017" cy="417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Middle layer</a:t>
            </a:r>
          </a:p>
        </p:txBody>
      </p:sp>
    </p:spTree>
    <p:extLst>
      <p:ext uri="{BB962C8B-B14F-4D97-AF65-F5344CB8AC3E}">
        <p14:creationId xmlns:p14="http://schemas.microsoft.com/office/powerpoint/2010/main" val="4102702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10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DP-VLA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6345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DP-VLA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03B50B40-4D43-9FDE-D997-18A1EEEDF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98" y="1625404"/>
            <a:ext cx="7983528" cy="4493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844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8388424" y="6353079"/>
            <a:ext cx="288032" cy="394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3986011" y="3167390"/>
            <a:ext cx="11641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Panda</a:t>
            </a:r>
            <a:endParaRPr lang="ko-KR" altLang="en-US" sz="28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BF2493E0-7484-4191-B25A-2BA9D146D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8B6F078-8E08-4C34-A9F6-B27104B5D948}" type="slidenum">
              <a:rPr lang="ko-KR" altLang="en-US" sz="1400" smtClean="0"/>
              <a:t>11</a:t>
            </a:fld>
            <a:endParaRPr lang="ko-KR" altLang="en-US" sz="140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692D70B-3201-4151-AA3E-05521430B432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277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12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Panda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6345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Panda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3715A8-E460-692E-5A53-61AC15D7DD74}"/>
              </a:ext>
            </a:extLst>
          </p:cNvPr>
          <p:cNvSpPr txBox="1"/>
          <p:nvPr/>
        </p:nvSpPr>
        <p:spPr>
          <a:xfrm>
            <a:off x="309595" y="1522138"/>
            <a:ext cx="8454395" cy="1525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제어 관련해서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잦은 연결 끊김 문제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제어 시 궤적이 튀고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보호 모드로 들어가는 문제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여러 문제에 대해서 판다 세팅 확인 중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641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3270491" y="3075057"/>
            <a:ext cx="26030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0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Thank You</a:t>
            </a:r>
            <a:endParaRPr lang="ko-KR" altLang="en-US" sz="40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BF2493E0-7484-4191-B25A-2BA9D146D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8B6F078-8E08-4C34-A9F6-B27104B5D948}" type="slidenum">
              <a:rPr lang="ko-KR" altLang="en-US" sz="1400" smtClean="0"/>
              <a:t>13</a:t>
            </a:fld>
            <a:endParaRPr lang="ko-KR" altLang="en-US" sz="14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692D70B-3201-4151-AA3E-05521430B432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8822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11158</TotalTime>
  <Words>144</Words>
  <Application>Microsoft Office PowerPoint</Application>
  <PresentationFormat>화면 슬라이드 쇼(4:3)</PresentationFormat>
  <Paragraphs>67</Paragraphs>
  <Slides>13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Arial</vt:lpstr>
      <vt:lpstr>Calibri</vt:lpstr>
      <vt:lpstr>Times New Roman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sung don</dc:creator>
  <cp:lastModifiedBy>재호 신</cp:lastModifiedBy>
  <cp:revision>1102</cp:revision>
  <dcterms:created xsi:type="dcterms:W3CDTF">2023-11-18T11:43:47Z</dcterms:created>
  <dcterms:modified xsi:type="dcterms:W3CDTF">2026-05-08T05:27:04Z</dcterms:modified>
</cp:coreProperties>
</file>