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0"/>
  </p:notesMasterIdLst>
  <p:sldIdLst>
    <p:sldId id="256" r:id="rId2"/>
    <p:sldId id="458" r:id="rId3"/>
    <p:sldId id="460" r:id="rId4"/>
    <p:sldId id="461" r:id="rId5"/>
    <p:sldId id="462" r:id="rId6"/>
    <p:sldId id="463" r:id="rId7"/>
    <p:sldId id="459" r:id="rId8"/>
    <p:sldId id="34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AD9"/>
    <a:srgbClr val="EF4030"/>
    <a:srgbClr val="FFFFFF"/>
    <a:srgbClr val="A7A9AC"/>
    <a:srgbClr val="22A7DE"/>
    <a:srgbClr val="FFF4E5"/>
    <a:srgbClr val="FFE4BD"/>
    <a:srgbClr val="FFC979"/>
    <a:srgbClr val="FFB13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03" autoAdjust="0"/>
    <p:restoredTop sz="79934" autoAdjust="0"/>
  </p:normalViewPr>
  <p:slideViewPr>
    <p:cSldViewPr snapToGrid="0">
      <p:cViewPr varScale="1">
        <p:scale>
          <a:sx n="161" d="100"/>
          <a:sy n="161" d="100"/>
        </p:scale>
        <p:origin x="24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AC964-12A1-4980-831F-9251541E5CA8}" type="datetimeFigureOut">
              <a:rPr lang="en-US" smtClean="0"/>
              <a:t>1/23/2026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670E-6FAD-4C48-8ED4-BDC5F72495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36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7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21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65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3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55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39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71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96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78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78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77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28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181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70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43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51AA8-D1F0-4A16-98F3-EB1CFB4F708D}" type="datetimeFigureOut">
              <a:rPr lang="ko-KR" altLang="en-US" smtClean="0"/>
              <a:t>2026-01-23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C5B4C1-AC69-CF2F-24FB-F2522DA3CF33}"/>
              </a:ext>
            </a:extLst>
          </p:cNvPr>
          <p:cNvCxnSpPr/>
          <p:nvPr/>
        </p:nvCxnSpPr>
        <p:spPr>
          <a:xfrm>
            <a:off x="683568" y="3140968"/>
            <a:ext cx="7560840" cy="0"/>
          </a:xfrm>
          <a:prstGeom prst="line">
            <a:avLst/>
          </a:prstGeom>
          <a:ln w="28575">
            <a:solidFill>
              <a:srgbClr val="029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0FB907-6EFE-2FC6-CF17-6A142B10B76F}"/>
              </a:ext>
            </a:extLst>
          </p:cNvPr>
          <p:cNvSpPr txBox="1"/>
          <p:nvPr/>
        </p:nvSpPr>
        <p:spPr>
          <a:xfrm>
            <a:off x="7104961" y="3256228"/>
            <a:ext cx="1143262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2026-01-23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Shin JaeHo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B1282A7B-A968-4BD5-87DF-0C6BECC7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</a:t>
            </a:fld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BA3CE3-882C-4163-9532-DEB9C421444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02C54-B464-40BF-AD57-A94FDC2AE3C8}"/>
              </a:ext>
            </a:extLst>
          </p:cNvPr>
          <p:cNvSpPr txBox="1"/>
          <p:nvPr/>
        </p:nvSpPr>
        <p:spPr>
          <a:xfrm>
            <a:off x="683567" y="2532622"/>
            <a:ext cx="7416091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현장연구</a:t>
            </a:r>
            <a:endParaRPr lang="en-US" altLang="ko-KR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Lerobot </a:t>
            </a: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시각화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6D6088-CC50-5A2C-99AC-F9C43979087B}"/>
              </a:ext>
            </a:extLst>
          </p:cNvPr>
          <p:cNvSpPr txBox="1"/>
          <p:nvPr/>
        </p:nvSpPr>
        <p:spPr>
          <a:xfrm>
            <a:off x="442904" y="4650197"/>
            <a:ext cx="8250316" cy="1077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Lerobot dataset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전체 시각화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Lerobot version 0.3.4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기준으로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visualize_dataset_html.py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시각화 가능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최신버전에는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visualize_dataset_html.py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삭제되고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visualize_dataset.py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통합되었으나 전체목록을 시각화하는 부분은 찾아야 함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Visualize_dataset_html.py</a:t>
            </a:r>
            <a:endParaRPr lang="ko-KR" altLang="en-US" sz="1200" b="1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D74EB8F-FB72-6575-821D-4B8FEF39D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349" y="1663784"/>
            <a:ext cx="5425160" cy="295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4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setting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6D6088-CC50-5A2C-99AC-F9C43979087B}"/>
              </a:ext>
            </a:extLst>
          </p:cNvPr>
          <p:cNvSpPr txBox="1"/>
          <p:nvPr/>
        </p:nvSpPr>
        <p:spPr>
          <a:xfrm>
            <a:off x="442904" y="4650197"/>
            <a:ext cx="8250316" cy="1077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휴머노이드실 정리를 위한 상자 및 선반 구매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판다 테이블 고정을 위한 테이프류 구매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용 손목 카메라 구매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Jetson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설치용 </a:t>
            </a: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 </a:t>
            </a:r>
            <a:r>
              <a:rPr lang="ko-KR" altLang="en-US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구매</a:t>
            </a:r>
            <a:endParaRPr lang="en-US" altLang="ko-KR" sz="11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3DDB338-B2B1-502C-1B0C-7020BC205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67" y="1970696"/>
            <a:ext cx="2288216" cy="228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EB52828-2338-A62E-F763-F1732FC5B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116" y="2078437"/>
            <a:ext cx="2072734" cy="207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roduct image">
            <a:extLst>
              <a:ext uri="{FF2B5EF4-FFF2-40B4-BE49-F238E27FC236}">
                <a16:creationId xmlns:a16="http://schemas.microsoft.com/office/drawing/2014/main" id="{3F6576A9-1C19-B2AA-07BA-16789C82C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426" y="2091110"/>
            <a:ext cx="2167802" cy="216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roduct image">
            <a:extLst>
              <a:ext uri="{FF2B5EF4-FFF2-40B4-BE49-F238E27FC236}">
                <a16:creationId xmlns:a16="http://schemas.microsoft.com/office/drawing/2014/main" id="{2E679697-A16F-E485-6C31-727FFEB3D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596" y="2851131"/>
            <a:ext cx="1155738" cy="1155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9D3A139-8C5A-2CF7-4131-CA5466CC0B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6664" y="2158432"/>
            <a:ext cx="609602" cy="65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9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setting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 descr="실내, 상자, 복합 재료, 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31A7A76-14DB-5A08-4323-798B8320F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88052" y="2303319"/>
            <a:ext cx="3923754" cy="294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61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setting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setting</a:t>
            </a:r>
            <a:endParaRPr lang="ko-KR" altLang="en-US" sz="1200" b="1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 descr="실내, 공학, 기계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5639C9C-CBCA-9F6D-7D76-AE95686FCC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937" y="1674633"/>
            <a:ext cx="5600250" cy="420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76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setting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setting</a:t>
            </a:r>
            <a:endParaRPr lang="ko-KR" altLang="en-US" sz="1200" b="1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" name="그림 11" descr="싱크대, 욕실, 실내, 바닥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DEA6B57-0F3D-557E-6ADF-179125A16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18588" y="2085557"/>
            <a:ext cx="4504454" cy="3378340"/>
          </a:xfrm>
          <a:prstGeom prst="rect">
            <a:avLst/>
          </a:prstGeom>
        </p:spPr>
      </p:pic>
      <p:pic>
        <p:nvPicPr>
          <p:cNvPr id="15" name="그림 14" descr="실내, 테이블, 책상, 가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4F9D58-8860-F860-0947-B5AC75EC8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94" y="2094946"/>
            <a:ext cx="4665840" cy="349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6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0" name="TextBox 329">
            <a:extLst>
              <a:ext uri="{FF2B5EF4-FFF2-40B4-BE49-F238E27FC236}">
                <a16:creationId xmlns:a16="http://schemas.microsoft.com/office/drawing/2014/main" id="{2B1CB0E2-20CE-4714-86CC-843B8B4AD7CF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setting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6D6088-CC50-5A2C-99AC-F9C43979087B}"/>
              </a:ext>
            </a:extLst>
          </p:cNvPr>
          <p:cNvSpPr txBox="1"/>
          <p:nvPr/>
        </p:nvSpPr>
        <p:spPr>
          <a:xfrm>
            <a:off x="442904" y="4650197"/>
            <a:ext cx="8250316" cy="315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 setting</a:t>
            </a:r>
          </a:p>
        </p:txBody>
      </p: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Panda setting</a:t>
            </a:r>
            <a:endParaRPr lang="ko-KR" altLang="en-US" sz="1200" b="1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55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0491" y="3075057"/>
            <a:ext cx="260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 You</a:t>
            </a:r>
            <a:endParaRPr lang="ko-KR" altLang="en-US" sz="40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8</a:t>
            </a:fld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82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10107</TotalTime>
  <Words>110</Words>
  <Application>Microsoft Office PowerPoint</Application>
  <PresentationFormat>화면 슬라이드 쇼(4:3)</PresentationFormat>
  <Paragraphs>36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don</dc:creator>
  <cp:lastModifiedBy>재호 신</cp:lastModifiedBy>
  <cp:revision>900</cp:revision>
  <dcterms:created xsi:type="dcterms:W3CDTF">2023-11-18T11:43:47Z</dcterms:created>
  <dcterms:modified xsi:type="dcterms:W3CDTF">2026-01-23T03:34:05Z</dcterms:modified>
</cp:coreProperties>
</file>