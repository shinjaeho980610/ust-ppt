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k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1"/>
  </p:notesMasterIdLst>
  <p:sldIdLst>
    <p:sldId id="256" r:id="rId2"/>
    <p:sldId id="418" r:id="rId3"/>
    <p:sldId id="471" r:id="rId4"/>
    <p:sldId id="472" r:id="rId5"/>
    <p:sldId id="473" r:id="rId6"/>
    <p:sldId id="480" r:id="rId7"/>
    <p:sldId id="474" r:id="rId8"/>
    <p:sldId id="481" r:id="rId9"/>
    <p:sldId id="483" r:id="rId10"/>
    <p:sldId id="484" r:id="rId11"/>
    <p:sldId id="482" r:id="rId12"/>
    <p:sldId id="479" r:id="rId13"/>
    <p:sldId id="478" r:id="rId14"/>
    <p:sldId id="475" r:id="rId15"/>
    <p:sldId id="476" r:id="rId16"/>
    <p:sldId id="477" r:id="rId17"/>
    <p:sldId id="485" r:id="rId18"/>
    <p:sldId id="486" r:id="rId19"/>
    <p:sldId id="348" r:id="rId20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030"/>
    <a:srgbClr val="029AD9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3" autoAdjust="0"/>
    <p:restoredTop sz="97135" autoAdjust="0"/>
  </p:normalViewPr>
  <p:slideViewPr>
    <p:cSldViewPr snapToGrid="0">
      <p:cViewPr varScale="1">
        <p:scale>
          <a:sx n="156" d="100"/>
          <a:sy n="156" d="100"/>
        </p:scale>
        <p:origin x="262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2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6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7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9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13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55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08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89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3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37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67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26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36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2026-03-12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2026-03-12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876750" y="3075057"/>
            <a:ext cx="5382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데이터셋 변환 및 </a:t>
            </a:r>
            <a:r>
              <a:rPr lang="ko-KR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전처리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 가공 및 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0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및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데이터셋에 대한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feature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 완료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 통합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0 + Round 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 병합 수행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품질 검증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병합 데이터셋 통계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(Stats)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점검 및 정규화 확인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비디오 인덱스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(Video Index)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정합성 전수 조사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</p:spTree>
    <p:extLst>
      <p:ext uri="{BB962C8B-B14F-4D97-AF65-F5344CB8AC3E}">
        <p14:creationId xmlns:p14="http://schemas.microsoft.com/office/powerpoint/2010/main" val="45483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Multi-GPU 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학습 성능 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58FE6D-A0DA-B751-264D-75C9FC78CC81}"/>
                  </a:ext>
                </a:extLst>
              </p:cNvPr>
              <p:cNvSpPr txBox="1"/>
              <p:nvPr/>
            </p:nvSpPr>
            <p:spPr>
              <a:xfrm>
                <a:off x="309595" y="1522138"/>
                <a:ext cx="8454395" cy="1894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분산 학습 환경 구축</a:t>
                </a:r>
                <a:endParaRPr lang="en-US" altLang="ko-KR" sz="1600" b="1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Multi-GPU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동작 상태 및 병렬화 효율 확인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효율성 지표</a:t>
                </a:r>
                <a:endParaRPr lang="en-US" altLang="ko-KR" sz="1600" b="1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Size: 495 (95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 Speed: 100 Step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기준 약 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분 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초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58FE6D-A0DA-B751-264D-75C9FC78C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5" y="1522138"/>
                <a:ext cx="8454395" cy="1894108"/>
              </a:xfrm>
              <a:prstGeom prst="rect">
                <a:avLst/>
              </a:prstGeom>
              <a:blipFill>
                <a:blip r:embed="rId3"/>
                <a:stretch>
                  <a:fillRect l="-288" b="-35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</p:spTree>
    <p:extLst>
      <p:ext uri="{BB962C8B-B14F-4D97-AF65-F5344CB8AC3E}">
        <p14:creationId xmlns:p14="http://schemas.microsoft.com/office/powerpoint/2010/main" val="1316561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추론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코드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시점과 종점의 포즈 제어 최적화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문제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기동 시작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종료 시 핸드가 급격히 상승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하강하여 책상과 충돌하는 문제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구현 내용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시작 및 종료 시점의 대기 포즈를 입력하여 안정적인 시작 및 종료 경로 확보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DP-VLA 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병합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DP-VLA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추론 코드와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추론 코드 통합 완료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</p:spTree>
    <p:extLst>
      <p:ext uri="{BB962C8B-B14F-4D97-AF65-F5344CB8AC3E}">
        <p14:creationId xmlns:p14="http://schemas.microsoft.com/office/powerpoint/2010/main" val="68179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 진행 현황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5476648"/>
            <a:ext cx="8454395" cy="78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추이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0.090 ~ 0.105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구간 내 수렴 정체 확인 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p:pic>
        <p:nvPicPr>
          <p:cNvPr id="14" name="그림 13" descr="텍스트, 라인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E37CBB-801E-9966-D770-9D63428DB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35" y="1463729"/>
            <a:ext cx="6594130" cy="395647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8090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 진행 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/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80,000 Step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기점 </a:t>
                </a:r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 rate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하향 조정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𝟎𝟓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낮추어서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진행 중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blipFill>
                <a:blip r:embed="rId3"/>
                <a:stretch>
                  <a:fillRect l="-2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 descr="텍스트, 그래프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88AD8C-ACB6-B014-6B12-213EE7F60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35" y="1463729"/>
            <a:ext cx="6594130" cy="39898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9378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 진행 현황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/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 오히려 더 수렴한 듯한 추세를 보여서 다시 높여서 돌림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𝟎𝟔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높여서 다시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진행 중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blipFill>
                <a:blip r:embed="rId3"/>
                <a:stretch>
                  <a:fillRect l="-2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 descr="텍스트, 라인, 그래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4B204A2-3BF2-760C-06D5-1D9761DB9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35" y="1463729"/>
            <a:ext cx="6594130" cy="398989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6733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03/11 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저녁 기준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/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 오히려 더 수렴한 듯한 추세를 보여서 다시 높여서 돌림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𝟎𝟔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높여서 다시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진행 중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blipFill>
                <a:blip r:embed="rId3"/>
                <a:stretch>
                  <a:fillRect l="-2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 descr="텍스트, 그래프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6D7E542-6A30-4501-7FAA-D00584EDE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007" y="1576292"/>
            <a:ext cx="6797844" cy="396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2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03/11 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저녁 기준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/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가 오히려 더 수렴한 듯한 추세를 보여서 다시 높여서 돌림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𝟎𝟔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en-US" altLang="ko-KR" sz="1600" b="1" dirty="0">
                        <a:solidFill>
                          <a:srgbClr val="0F0F0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ko-KR" sz="1600" b="1" i="1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ko-KR" sz="1600" b="1" i="1" smtClean="0">
                        <a:solidFill>
                          <a:srgbClr val="0F0F0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altLang="ko-KR" sz="1600" b="1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높여서 다시</a:t>
                </a:r>
                <a:r>
                  <a:rPr lang="en-US" altLang="ko-KR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solidFill>
                      <a:srgbClr val="0F0F0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학습 진행 중</a:t>
                </a:r>
                <a:endParaRPr lang="en-US" altLang="ko-KR" sz="1600" dirty="0">
                  <a:solidFill>
                    <a:srgbClr val="0F0F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F5C075-0FC3-CE6E-E399-7C2A3EF3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95" y="5476648"/>
                <a:ext cx="8454395" cy="786113"/>
              </a:xfrm>
              <a:prstGeom prst="rect">
                <a:avLst/>
              </a:prstGeom>
              <a:blipFill>
                <a:blip r:embed="rId3"/>
                <a:stretch>
                  <a:fillRect l="-288" b="-93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 descr="텍스트, 스크린샷, 그래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49E368-C68B-BF2F-0768-6837908C9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218" y="1564598"/>
            <a:ext cx="6874040" cy="400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5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추론 </a:t>
            </a:r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(120000 steps)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연차보고서용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모델 학습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5C075-0FC3-CE6E-E399-7C2A3EF33229}"/>
              </a:ext>
            </a:extLst>
          </p:cNvPr>
          <p:cNvSpPr txBox="1"/>
          <p:nvPr/>
        </p:nvSpPr>
        <p:spPr>
          <a:xfrm>
            <a:off x="309595" y="5476648"/>
            <a:ext cx="8454395" cy="78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pick up the dishcloth on the upper right of the table using the right hand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>
                <a:solidFill>
                  <a:srgbClr val="0F0F0F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hand the dishcloth over to the left hand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>
                <a:solidFill>
                  <a:srgbClr val="0F0F0F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wipe the induction cooktop at the left using the left hand.</a:t>
            </a:r>
            <a:endParaRPr lang="en-US" altLang="ko-KR" sz="1600" dirty="0">
              <a:solidFill>
                <a:srgbClr val="0F0F0F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my_video-1">
            <a:hlinkClick r:id="" action="ppaction://media"/>
            <a:extLst>
              <a:ext uri="{FF2B5EF4-FFF2-40B4-BE49-F238E27FC236}">
                <a16:creationId xmlns:a16="http://schemas.microsoft.com/office/drawing/2014/main" id="{D38AA696-FB2F-A387-1E4C-341A99549C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8385" y="1550242"/>
            <a:ext cx="6939354" cy="390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9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248115" y="3075057"/>
            <a:ext cx="6639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Unitree G1 </a:t>
            </a:r>
            <a:r>
              <a:rPr lang="ko-KR" altLang="en-US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공용 데이터셋 병합 및 표준화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79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데이터 차원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(Dimension) 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불일치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152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포맷 통합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상이한 규격의 데이터셋을 현재 수집 중인 표준 포맷으로 일원화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현황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통합된 데이터셋의 유효성 및 정합성 정밀 점검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Unitree G1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공용 데이터셋 병합 및 표준화</a:t>
            </a:r>
          </a:p>
        </p:txBody>
      </p:sp>
    </p:spTree>
    <p:extLst>
      <p:ext uri="{BB962C8B-B14F-4D97-AF65-F5344CB8AC3E}">
        <p14:creationId xmlns:p14="http://schemas.microsoft.com/office/powerpoint/2010/main" val="271411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비디오 코덱 호환성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이종 코덱 문제 해결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(H.264)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공용 데이터셋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(AV1)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간의 규격 불일치 해소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전처리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파이프라인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코덱 영상을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H.264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일괄 변환하는 코드 생성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프레임워크 호환성 확보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변환된 데이터셋이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프레임워크 내에서 문제없이 로드됨을 확인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코덱 변환 과정에서의 데이터 손실이나 인덱싱 오류 없이 정상 동작 검증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Unitree G1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공용 데이터셋 병합 및 표준화</a:t>
            </a:r>
          </a:p>
        </p:txBody>
      </p:sp>
    </p:spTree>
    <p:extLst>
      <p:ext uri="{BB962C8B-B14F-4D97-AF65-F5344CB8AC3E}">
        <p14:creationId xmlns:p14="http://schemas.microsoft.com/office/powerpoint/2010/main" val="77984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최종 데이터 통합 및 병합</a:t>
            </a:r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(Merge)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2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stats</a:t>
            </a: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b="1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재산출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코덱 및 차원 변환이 완료된 데이터셋 기반으로 전체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Stats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재계산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코덱 표준화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전체 데이터셋 비디오 코덱을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H.264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최종 통일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병합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개별 에피소드 데이터셋을 하나의 통합 학습 데이터셋으로 병합 처리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Unitree G1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공용 데이터셋 병합 및 표준화</a:t>
            </a:r>
          </a:p>
        </p:txBody>
      </p:sp>
    </p:spTree>
    <p:extLst>
      <p:ext uri="{BB962C8B-B14F-4D97-AF65-F5344CB8AC3E}">
        <p14:creationId xmlns:p14="http://schemas.microsoft.com/office/powerpoint/2010/main" val="269954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NVIDIA-G1 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데이터셋 변환 및 배포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6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구조적 결함 해결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전용으로 변환된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형식의 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비호환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문제 해결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버전 업데이트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 스키마 단계적 마이그레이션 수행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(v2.0 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v2.1 </a:t>
            </a:r>
            <a:r>
              <a:rPr lang="en-US" altLang="ko-KR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v3.0)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오류 수정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변환 과정 중 발생한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episode_index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불일치 오류 디버깅 및 해결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변환 데이터셋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GTMAN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서버 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업로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Unitree G1 </a:t>
            </a:r>
            <a:r>
              <a:rPr lang="ko-KR" altLang="en-US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공용 데이터셋 병합 및 표준화</a:t>
            </a:r>
          </a:p>
        </p:txBody>
      </p:sp>
    </p:spTree>
    <p:extLst>
      <p:ext uri="{BB962C8B-B14F-4D97-AF65-F5344CB8AC3E}">
        <p14:creationId xmlns:p14="http://schemas.microsoft.com/office/powerpoint/2010/main" val="2564456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62822" y="3075057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Latent </a:t>
            </a:r>
            <a:r>
              <a:rPr lang="ko-KR" altLang="en-US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추출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17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032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Middel layer latent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3002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CoTap </a:t>
            </a: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임대 서버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Round_0, Round_1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데이터셋의 다른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종류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앞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&lt;|im_start|&gt;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토큰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50%(middle layer)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 layer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값 평균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진행</a:t>
            </a:r>
            <a:endParaRPr lang="en-US" altLang="ko-KR" sz="1600" b="1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추출시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latent_middle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latent_25_50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저장하도록 추출하는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Latent </a:t>
            </a: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추출</a:t>
            </a:r>
          </a:p>
        </p:txBody>
      </p:sp>
    </p:spTree>
    <p:extLst>
      <p:ext uri="{BB962C8B-B14F-4D97-AF65-F5344CB8AC3E}">
        <p14:creationId xmlns:p14="http://schemas.microsoft.com/office/powerpoint/2010/main" val="2243764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19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10967</TotalTime>
  <Words>646</Words>
  <Application>Microsoft Office PowerPoint</Application>
  <PresentationFormat>화면 슬라이드 쇼(4:3)</PresentationFormat>
  <Paragraphs>130</Paragraphs>
  <Slides>19</Slides>
  <Notes>14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Arial</vt:lpstr>
      <vt:lpstr>Calibri</vt:lpstr>
      <vt:lpstr>Times New Roman</vt:lpstr>
      <vt:lpstr>Cambria Math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957</cp:revision>
  <dcterms:created xsi:type="dcterms:W3CDTF">2023-11-18T11:43:47Z</dcterms:created>
  <dcterms:modified xsi:type="dcterms:W3CDTF">2026-03-12T01:46:01Z</dcterms:modified>
</cp:coreProperties>
</file>